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57" r:id="rId8"/>
    <p:sldId id="258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4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5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9A56ED-125D-0203-E44D-73E480CE4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D2D737-4094-A701-A250-CA69432F1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4E68C5-1CCC-C37F-45E4-88DCEE01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11D587-96B3-8D15-8C13-F32A12E90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63DB90-8B7B-5C5E-0E87-7A6F7542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99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1F01D-FA1B-D50F-2131-D197DFFD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75C7E-3308-CD90-A1D8-D146D9D17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F1D61E-F4B8-5EDC-D24F-346AB7755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3DDB93-790F-C253-1AFA-C89CC3428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3B1DEC-67D7-BBFD-771B-283E9FB15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22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8B652-54E2-E609-D9C9-D1D3227CE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E90D0C-1D6B-2BC1-0455-3DD58F49F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218F2B-6BBC-A29A-EC2D-87DCF754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AC03B2-6F6C-365C-3A7A-87A13F9A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008C1E-3B74-7FE5-CC8D-862A43D7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5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741F05-6C1C-DBDA-9061-B47242F85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FFA9B9-7056-F03B-01D4-27DA2944A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537303-FC2D-8A1A-D249-18DCCA6BB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BE22EF-4BA2-E7F3-EA86-529C71DA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B3F429-CB12-B7B4-18D4-F80EAA8A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4A4352-63FA-0C53-AD80-619F46EF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21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F89F9-E437-295B-C23F-B1EF422F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40C4B5-9508-5931-F86B-8CDA3EB90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E3D55F-CC72-CB9D-0FCD-5BFFD5056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20723DE-8DF9-C511-9E91-2FC12FED4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0CACEF-B587-D79D-E841-62C114808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8EA163E-6145-3209-543D-09A1DCC9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C7C96C9-218A-D476-AF63-CCF5DC046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AB5F06-BFB3-B758-149B-98A12870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69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2713D-A8FF-9E6B-43D1-820C0538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B078F61-C68C-3C6B-7B39-FC2A4853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730CD2-890A-8757-7966-9EF7D9185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3E4C11B-DC41-D77A-B1E4-8FF9E7E2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63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B9AF73D-0063-EDEC-BC25-789ED945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A4FC82-7B9F-9F54-A185-9EF81663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AB00E5-BD23-488C-C652-BB2AB0141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730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79EB0-8203-0AC2-D59A-A80B524C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71FD18-0CDE-177D-ED09-B3845E7E5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04482-22FB-5A63-2481-E98B41CD8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E3BCF1-41DC-1935-5A55-2EA84DB8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0D5445-A294-768A-3C5B-F4441C1AC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C16224-0DF9-E074-D776-14407A261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18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B9804-048D-A835-63E1-6270D676F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A0675F-3173-F71E-2107-C1A4FBD86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D8D2DB-6720-F85A-B50E-BB233494F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28F073-5FFD-A424-0D90-55B00900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4CFE4A-9AEC-C129-D307-452FDEAA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599A92-DFEE-95A8-DC52-27678EC5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01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EFFA9C-43E1-4205-65A5-CD21DAAB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1D0CA6-3063-0FB1-8952-E09DD75E9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5ACCD-98AE-0549-B2EA-1AB3F596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CC7082-79EB-7822-1D58-51381E83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FA4501-FE8F-10B8-B4F7-284310C2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12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E81BCD-AA69-04F6-89B6-710318388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36C760-06D4-F318-9980-0E190BD06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0EF0EA-D99D-891C-6CF1-C9291CD1E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F75609-1A9E-9219-BC7D-31AE864B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BAEF3D-65D3-818B-F15B-293342A7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89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3384D7-05C3-C69D-0CBC-918EDFAD1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6CAB71-3D88-B74F-C99C-579BE69A3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C6E3A5-3132-0B3A-9233-9471BDC57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4BA80-964E-44A3-9AC0-69788216F346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D3AE2E-B7F6-B6D0-86B2-61DE4B6A5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732146-F688-FC12-6438-349E3E6AA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F6A8F-AF65-4A17-8868-01C7BDF77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991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B6943-3072-8D6F-B066-7623EE2B5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Gemini RAG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7BAC27-28EA-C39D-81D8-D0F66CCB1D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Контекстный ИИ на вашей базе знаний</a:t>
            </a:r>
          </a:p>
        </p:txBody>
      </p:sp>
    </p:spTree>
    <p:extLst>
      <p:ext uri="{BB962C8B-B14F-4D97-AF65-F5344CB8AC3E}">
        <p14:creationId xmlns:p14="http://schemas.microsoft.com/office/powerpoint/2010/main" val="3584185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E4846-4476-8ED6-4806-EDE64179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3C3567-52D3-46B5-B299-15D1EB8C8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Ответить на пользовательские запросы строго на основе собственной базы знаний команды, минимизация галлюцинаций через </a:t>
            </a:r>
            <a:r>
              <a:rPr lang="ru-RU" dirty="0" err="1"/>
              <a:t>RAG</a:t>
            </a:r>
            <a:r>
              <a:rPr lang="ru-RU" dirty="0"/>
              <a:t> и прозрачное представление источников</a:t>
            </a:r>
          </a:p>
        </p:txBody>
      </p:sp>
    </p:spTree>
    <p:extLst>
      <p:ext uri="{BB962C8B-B14F-4D97-AF65-F5344CB8AC3E}">
        <p14:creationId xmlns:p14="http://schemas.microsoft.com/office/powerpoint/2010/main" val="221989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47C40-3A88-DA3F-5D7B-A81C3138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и целевые показатели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0AB9DB-29C7-566F-7E99-077F39A18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5444" y="1544317"/>
            <a:ext cx="10421112" cy="1884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/>
              <a:t>Обязательные элементы: Gemini API, векторизация (Gemini </a:t>
            </a:r>
            <a:r>
              <a:rPr lang="ru-RU" sz="2400" dirty="0" err="1"/>
              <a:t>embeddings</a:t>
            </a:r>
            <a:r>
              <a:rPr lang="ru-RU" sz="2400" dirty="0"/>
              <a:t>), </a:t>
            </a:r>
            <a:r>
              <a:rPr lang="ru-RU" sz="2400" dirty="0" err="1"/>
              <a:t>vector</a:t>
            </a:r>
            <a:r>
              <a:rPr lang="ru-RU" sz="2400" dirty="0"/>
              <a:t> </a:t>
            </a:r>
            <a:r>
              <a:rPr lang="ru-RU" sz="2400" dirty="0" err="1"/>
              <a:t>store</a:t>
            </a:r>
            <a:r>
              <a:rPr lang="ru-RU" sz="2400" dirty="0"/>
              <a:t>, </a:t>
            </a:r>
            <a:r>
              <a:rPr lang="ru-RU" sz="2400" dirty="0" err="1"/>
              <a:t>RAG</a:t>
            </a:r>
            <a:r>
              <a:rPr lang="ru-RU" sz="2400" dirty="0"/>
              <a:t> </a:t>
            </a:r>
            <a:r>
              <a:rPr lang="ru-RU" sz="2400" dirty="0" err="1"/>
              <a:t>pipeline</a:t>
            </a:r>
            <a:r>
              <a:rPr lang="ru-RU" sz="2400" dirty="0"/>
              <a:t>, интерфейс взаимодействия.</a:t>
            </a:r>
          </a:p>
          <a:p>
            <a:r>
              <a:rPr lang="ru-RU" sz="2400" dirty="0"/>
              <a:t>Критерии успеха: корректное извлечение релевантного контекста, ссылки на фрагменты, поведение при недостатке данных, удобный интерфейс для тестирования.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44232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3A1B3-E75D-1440-3534-29E12EB5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решения (логическая схема)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8F518-805D-BC6A-E263-673D5A515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Источники данных (файлы, заметки, ссылки, скриншоты) → </a:t>
            </a:r>
            <a:r>
              <a:rPr lang="en-US" dirty="0"/>
              <a:t>Ingestion → </a:t>
            </a:r>
            <a:r>
              <a:rPr lang="ru-RU" dirty="0"/>
              <a:t>Очистка и нормализация → </a:t>
            </a:r>
            <a:r>
              <a:rPr lang="en-US" dirty="0"/>
              <a:t>Chunking (300–1000 </a:t>
            </a:r>
            <a:r>
              <a:rPr lang="ru-RU" dirty="0"/>
              <a:t>токенов) → Генерация </a:t>
            </a:r>
            <a:r>
              <a:rPr lang="ru-RU" dirty="0" err="1"/>
              <a:t>эмбеддингов</a:t>
            </a:r>
            <a:r>
              <a:rPr lang="ru-RU" dirty="0"/>
              <a:t> (</a:t>
            </a:r>
            <a:r>
              <a:rPr lang="en-US" dirty="0"/>
              <a:t>Gemini embeddings) → Vector store (</a:t>
            </a:r>
            <a:r>
              <a:rPr lang="en-US" dirty="0" err="1"/>
              <a:t>Qdrant</a:t>
            </a:r>
            <a:r>
              <a:rPr lang="en-US" dirty="0"/>
              <a:t>) → Similarity search (top‑k + threshold) → Retrieval (</a:t>
            </a:r>
            <a:r>
              <a:rPr lang="ru-RU" dirty="0"/>
              <a:t>контекстные фрагменты) → </a:t>
            </a:r>
            <a:r>
              <a:rPr lang="en-US" dirty="0"/>
              <a:t>Synthesis (Gemini </a:t>
            </a:r>
            <a:r>
              <a:rPr lang="ru-RU" dirty="0"/>
              <a:t>для интерпретации и финального ответа) → </a:t>
            </a:r>
            <a:r>
              <a:rPr lang="en-US" dirty="0"/>
              <a:t>UI.</a:t>
            </a:r>
          </a:p>
          <a:p>
            <a:r>
              <a:rPr lang="ru-RU" dirty="0"/>
              <a:t>Взаимодействие: пользовательский запрос отправляется в компонент </a:t>
            </a:r>
            <a:r>
              <a:rPr lang="en-US" dirty="0"/>
              <a:t>retrieval + synthesis; </a:t>
            </a:r>
            <a:r>
              <a:rPr lang="ru-RU" dirty="0"/>
              <a:t>финальный ответ формируется только на основе найденных фрагментов.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0874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ED646-DE5C-81B1-5EDA-36CC6D46B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Роли </a:t>
            </a:r>
            <a:r>
              <a:rPr lang="en-US" dirty="0"/>
              <a:t>Gemini </a:t>
            </a:r>
            <a:r>
              <a:rPr lang="ru-RU" dirty="0"/>
              <a:t>в системе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AAA32D-568C-8F38-C9FE-95ABA3FB2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Ингест</a:t>
            </a:r>
            <a:r>
              <a:rPr lang="ru-RU" dirty="0"/>
              <a:t>: </a:t>
            </a:r>
            <a:r>
              <a:rPr lang="ru-RU" dirty="0" err="1"/>
              <a:t>суммаризация</a:t>
            </a:r>
            <a:r>
              <a:rPr lang="ru-RU" dirty="0"/>
              <a:t> и нормализация входных документов (упрощение длинных текстов, извлечение метаданных).</a:t>
            </a:r>
          </a:p>
          <a:p>
            <a:r>
              <a:rPr lang="ru-RU" dirty="0" err="1"/>
              <a:t>Эмбеддинги</a:t>
            </a:r>
            <a:r>
              <a:rPr lang="ru-RU" dirty="0"/>
              <a:t>: генерация векторных представлений </a:t>
            </a:r>
            <a:r>
              <a:rPr lang="ru-RU" dirty="0" err="1"/>
              <a:t>chunk’ов</a:t>
            </a:r>
            <a:r>
              <a:rPr lang="ru-RU" dirty="0"/>
              <a:t>.</a:t>
            </a:r>
          </a:p>
          <a:p>
            <a:r>
              <a:rPr lang="ru-RU" dirty="0"/>
              <a:t>Синтез: объединение извлечённых фрагментов и генерация финального ответа, включая явные ссылки на используемые куски.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2148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D146E-E24D-CE2C-1FA7-EC33793B8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Ingestion &amp; preprocessing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D7584C-47B9-962C-C3BE-AD8467700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Поддерживаемые форматы: PDF, </a:t>
            </a:r>
            <a:r>
              <a:rPr lang="ru-RU" dirty="0" err="1"/>
              <a:t>DOCX</a:t>
            </a:r>
            <a:r>
              <a:rPr lang="ru-RU" dirty="0"/>
              <a:t>, </a:t>
            </a:r>
            <a:r>
              <a:rPr lang="ru-RU" dirty="0" err="1"/>
              <a:t>TXT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Шаги: извлечение текста → удаление служебного шума → нормализация (кодировки, даты, единицы) → разметка метаданных (источник, автор, дата) → </a:t>
            </a:r>
            <a:r>
              <a:rPr lang="ru-RU" dirty="0" err="1"/>
              <a:t>chunking</a:t>
            </a:r>
            <a:r>
              <a:rPr lang="ru-RU" dirty="0"/>
              <a:t>.</a:t>
            </a:r>
          </a:p>
          <a:p>
            <a:r>
              <a:rPr lang="ru-RU" dirty="0"/>
              <a:t>Контроль качества: проверки на дубли, минимальную длину </a:t>
            </a:r>
            <a:r>
              <a:rPr lang="ru-RU" dirty="0" err="1"/>
              <a:t>chunk’ов</a:t>
            </a:r>
            <a:r>
              <a:rPr lang="ru-RU" dirty="0"/>
              <a:t>, метрики покрытия.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3593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EDC0A-9E03-A7B4-ED38-AA0988ED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Простой интерфейс работы с чатом </a:t>
            </a:r>
            <a:r>
              <a:rPr lang="en-US" dirty="0"/>
              <a:t>Gemini RAG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2E905A-45AE-E90C-DE50-4F1FF026D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0D9295-14E3-F8EF-1A7F-AE1FF7CFF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7923"/>
            <a:ext cx="10271760" cy="50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62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E0791-8287-C00B-E632-915C7700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Простой интерфейс загрузки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76647-E474-58E7-953E-CE9B2D322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Загрузка файлов и использование их уже в самих чатах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43D27B-0B17-2DEF-D182-248ED6E44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8501"/>
            <a:ext cx="12192000" cy="425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21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58A80-BA0B-CA60-BBEA-CB1D50ACF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E709F0-96A3-ACB1-9F92-177C226D1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Алексей (</a:t>
            </a:r>
            <a:r>
              <a:rPr lang="en-US" dirty="0" err="1"/>
              <a:t>FullStack</a:t>
            </a:r>
            <a:r>
              <a:rPr lang="en-US" dirty="0"/>
              <a:t>-developer)</a:t>
            </a:r>
          </a:p>
          <a:p>
            <a:r>
              <a:rPr lang="ru-RU" dirty="0" err="1"/>
              <a:t>Шыңғыс</a:t>
            </a:r>
            <a:r>
              <a:rPr lang="ru-RU" dirty="0"/>
              <a:t> </a:t>
            </a:r>
            <a:r>
              <a:rPr lang="en-US" dirty="0"/>
              <a:t>(Backend)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Команда: </a:t>
            </a:r>
            <a:r>
              <a:rPr lang="en-US" dirty="0"/>
              <a:t>Solid Entry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Ссылка на гит решения: </a:t>
            </a: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S6211Farm1</a:t>
            </a:r>
            <a:r>
              <a:rPr lang="en-US" dirty="0"/>
              <a:t>/</a:t>
            </a:r>
            <a:r>
              <a:rPr lang="en-US" dirty="0" err="1"/>
              <a:t>hackaton</a:t>
            </a:r>
            <a:r>
              <a:rPr lang="en-US" dirty="0"/>
              <a:t>-task-okay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20265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Широкоэкранный</PresentationFormat>
  <Paragraphs>27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Gemini RAG</vt:lpstr>
      <vt:lpstr>Цель</vt:lpstr>
      <vt:lpstr>Требования и целевые показатели</vt:lpstr>
      <vt:lpstr>Архитектура решения (логическая схема)</vt:lpstr>
      <vt:lpstr>Роли Gemini в системе</vt:lpstr>
      <vt:lpstr>Ingestion &amp; preprocessing</vt:lpstr>
      <vt:lpstr>Простой интерфейс работы с чатом Gemini RAG</vt:lpstr>
      <vt:lpstr>Простой интерфейс загрузки данных</vt:lpstr>
      <vt:lpstr>Команда разработки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Delay</dc:creator>
  <cp:lastModifiedBy>Delay</cp:lastModifiedBy>
  <cp:revision>2</cp:revision>
  <dcterms:created xsi:type="dcterms:W3CDTF">2025-12-09T05:23:31Z</dcterms:created>
  <dcterms:modified xsi:type="dcterms:W3CDTF">2025-12-09T05:34:43Z</dcterms:modified>
</cp:coreProperties>
</file>